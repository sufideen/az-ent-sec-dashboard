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for having me. Over the next five minutes I'll show you a platform I designed and built myself: a private Kubernetes cluster on Azure, deployed through a pipeline with no stored passwords. I'll show it running live, and I'll also show you what broke when I rebuilt it from scratch tonight, because that's where the real depth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one sentence: it's a website running on Kubernetes that I locked down properly. The API server has no public address, TLS is a real Let's Encrypt certificate, and nothing in the pipeline holds a password or key. Let's go look at it live — [switch to browser: dev-webplat.ict-cloud.solutions, click through Architecture and Configuration, then a terminal check of pods/certs].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anyone in the room who isn't deep into Kubernetes, here's the same design in plain language. A visitor's traffic travels over a locked connection, past a guarded front door that blocks attacks, into a vault with no public entrance. Separately, updates are delivered using a temporary digital ID that expires in minutes — never a stored password. Same system as the last slide, just described for a general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I'm most glad to show. None of this is hypothetical — I tore this environment down myself a few hours ago and rebuilt it live, and each of these five things broke in turn, each one hiding the next. What I took from it: resource-group deletion doesn't just delete resources, it silently deletes every RBAC grant and cached identity pointing at them, and that's worth writing into the runbook.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 up: I can design a private, zero-secret Kubernetes platform on Azure, automate its delivery, and when a full environment teardown breaks five things at once, work through it methodically and get it back to a trusted, verified state. Happy to take questions, or go deeper on any part of this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594360"/>
            <a:ext cx="1005840" cy="100584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7870" y="820674"/>
            <a:ext cx="553212" cy="5532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6596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KUBERNETES ON AZURE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3063240"/>
            <a:ext cx="9811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designed, deployed, broke, diagnosed and fixed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AKS platform on real Azure infrastructure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357116" y="4160520"/>
            <a:ext cx="3474720" cy="502920"/>
          </a:xfrm>
          <a:prstGeom prst="rect">
            <a:avLst>
              <a:gd name="adj" fmla="val 50909"/>
            </a:avLst>
          </a:prstGeom>
          <a:solidFill>
            <a:srgbClr val="151B4A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57116" y="4160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DEV ENVIRONMENT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1722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Sufyan Deen-Gabisi   ·   github.com/sufideen/az-ent-sec-dashboard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built a containerized web application on a private Azure Kubernetes Service cluster. It sits behind a WAF-enabled Application Gateway with a Let's Encrypt-issued TLS certificate, pulls images from a private container registry, and is deployed by GitHub Actions using OIDC, so there are no long-lived credentials anywhere in the pipeline.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98348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35608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8163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9788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35508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credentials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pipeline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0420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28163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1860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497580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 —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IP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22492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59752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4" y="28163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13932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ENCRYPT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359652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trusted TLS —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auto-renewed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84564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21824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6416" y="281635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6004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221724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incidents,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live tonight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scratch and re-verified end to end tonight: real pods, real Let's Encrypt TLS, a real public IP and a real HTTP 200.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z-ent-sec-dashboard/scripts/slide-deck/assets/plain-english-conne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20040"/>
            <a:ext cx="10652760" cy="59984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5" name="Text 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85216"/>
            <a:ext cx="384048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 Down, Rebuilt, Verified — Live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Tonight I deleted this environment and rebuilt it from scratch. Here's what broke, five layers deep.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819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login rejected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581912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GitHub's federated credential was scoped to a branch that no longer existed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3591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591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4086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silently gone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2340864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assignments are scoped to the resource — deleting it deletes the access, ARM and Kubernetes RBAC both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1181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118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09981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soft-deleted, not gone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623560" y="3099816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protection blocked recreating it under the same name until I recovered it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877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85876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managed identity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623560" y="3858768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Vault CSI add-on gets a new identity every rebuild — the old client ID in my manifest broke cert delivery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636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4636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6177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+ Gateway both stale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623560" y="46177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public IP meant updating DNS, then waiting on the Gateway's own data-plane propagation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root-cause timeline: docs/webplat-architecture.md → “Incident: prod SecretProviderClass never patched” and the teardown/rebuild runbook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640080"/>
            <a:ext cx="914400" cy="91440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8458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8288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Talk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2802636" y="278892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AKS + Azure networking design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Zero-secret CI/CD with OIDC federation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environment teardown-and-rebuild, diagnosed live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TLS via cert-manager, zero manual certs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265676" y="4709160"/>
            <a:ext cx="3657600" cy="0"/>
          </a:xfrm>
          <a:prstGeom prst="line">
            <a:avLst/>
          </a:prstGeom>
          <a:noFill/>
          <a:ln w="12700">
            <a:solidFill>
              <a:srgbClr val="3B459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8920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Sufyan Deen-Gabisi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25780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github.com/sufideen/az-ent-sec-dashboard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6235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write-up, evidence and runbook are in the docs/ folder of the repository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2026-09-22T22:50:11Z</dcterms:created>
  <dcterms:modified xsi:type="dcterms:W3CDTF">2026-09-22T22:50:11Z</dcterms:modified>
</cp:coreProperties>
</file>