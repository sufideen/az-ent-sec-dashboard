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1556" y="594360"/>
            <a:ext cx="1005840" cy="100584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7870" y="820674"/>
            <a:ext cx="553212" cy="5532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96596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KUBERNETES ON AZURE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3063240"/>
            <a:ext cx="98115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 AKS platform — designed, deployed, broken, diagnosed,</a:t>
            </a:r>
            <a:endParaRPr lang="en-US" sz="1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fixed end-to-end on real Azure infrastructure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539996" y="4160520"/>
            <a:ext cx="3108960" cy="502920"/>
          </a:xfrm>
          <a:prstGeom prst="rect">
            <a:avLst>
              <a:gd name="adj" fmla="val 50909"/>
            </a:avLst>
          </a:prstGeom>
          <a:solidFill>
            <a:srgbClr val="151B4A"/>
          </a:solidFill>
          <a:ln w="12700">
            <a:solidFill>
              <a:srgbClr val="00D9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39996" y="416052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+ PROD  ·  BOTH VERIFIED LIVE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17220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Sufyan Deen-Gabisi   ·   github.com/sufideen/az-ent-sec-dashboard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containerized web application running on a private Azure Kubernetes Service cluster, fronted by a WAF-enabled Application Gateway, backed by a private container registry, deployed through OIDC-authenticated GitHub Actions CI/CD — with zero long-lived credentials anywhere in the pipeline.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98348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35608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163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9788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35508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0420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2272" y="28163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51860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497580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credentials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pipeline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22492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59752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4344" y="28163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13932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6359652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 —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IP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84564" y="2331720"/>
            <a:ext cx="2606040" cy="2331720"/>
          </a:xfrm>
          <a:prstGeom prst="roundRect">
            <a:avLst>
              <a:gd name="adj" fmla="val 4706"/>
            </a:avLst>
          </a:prstGeom>
          <a:solidFill>
            <a:srgbClr val="F4F7FE"/>
          </a:solidFill>
          <a:ln/>
          <a:effectLst>
            <a:outerShdw sx="100000" sy="100000" kx="0" ky="0" algn="bl" rotWithShape="0" blurRad="76200" dist="381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21824" y="26517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6416" y="281635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176004" y="35204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5-LAYER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9221724" y="402336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incident,</a:t>
            </a:r>
            <a:endParaRPr lang="en-US" sz="11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diagnosed live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environments verified end-to-end as of 2026-09-18 — real pods, real TLS, real public IP, real HTTP 200.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774436" y="1051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2452" y="117957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180076" y="1691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094476" y="16916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4174236" y="2057400"/>
            <a:ext cx="384048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/>
        </p:spPr>
      </p:sp>
      <p:sp>
        <p:nvSpPr>
          <p:cNvPr id="8" name="Shape 5"/>
          <p:cNvSpPr/>
          <p:nvPr/>
        </p:nvSpPr>
        <p:spPr>
          <a:xfrm>
            <a:off x="4357116" y="2212848"/>
            <a:ext cx="457200" cy="45720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556" y="230428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951476" y="214884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 (WAF_v2)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951476" y="24048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IP · TLS termination · OWASP ruleset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94476" y="28346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6231636" y="28529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AGIC watches Ingress objects, reconfigures the Gateway automatically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1280160" y="3200400"/>
            <a:ext cx="9628632" cy="2606040"/>
          </a:xfrm>
          <a:prstGeom prst="roundRect">
            <a:avLst>
              <a:gd name="adj" fmla="val 3509"/>
            </a:avLst>
          </a:prstGeom>
          <a:solidFill>
            <a:srgbClr val="F4F7FE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1463040" y="3310128"/>
            <a:ext cx="9262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CLUSTER  —  PRIVATE API SERVER (no public control-plane IP)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1920240" y="379476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9AA7C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03120" y="3977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277" y="4090797"/>
            <a:ext cx="276606" cy="27660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743200" y="39959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node pool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210312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mode=System · CriticalAddonsOnly taint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only — no app workloads scheduled here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715000" y="379476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00D9C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897880" y="3977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1037" y="4090797"/>
            <a:ext cx="276606" cy="27660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537960" y="399592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node pool (autoscaling)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589788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demo-web · Deployment, 2-5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 via HorizontalPodAutoscaler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414016" y="5532120"/>
            <a:ext cx="1760220" cy="5943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8513064" y="5532120"/>
            <a:ext cx="-498348" cy="5943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2619756" y="61264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sp>
        <p:nvSpPr>
          <p:cNvPr id="29" name="Shape 23"/>
          <p:cNvSpPr/>
          <p:nvPr/>
        </p:nvSpPr>
        <p:spPr>
          <a:xfrm>
            <a:off x="2784348" y="6327648"/>
            <a:ext cx="548640" cy="54864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7792" y="6451092"/>
            <a:ext cx="301752" cy="30175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488436" y="62544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Registry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3488436" y="654710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 · no admin user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AcrPull via kubelet identity only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6460236" y="612648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1E2761"/>
          </a:solidFill>
          <a:ln/>
        </p:spPr>
      </p:sp>
      <p:sp>
        <p:nvSpPr>
          <p:cNvPr id="34" name="Shape 27"/>
          <p:cNvSpPr/>
          <p:nvPr/>
        </p:nvSpPr>
        <p:spPr>
          <a:xfrm>
            <a:off x="6624828" y="6327648"/>
            <a:ext cx="548640" cy="54864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6451092"/>
            <a:ext cx="301752" cy="30175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328916" y="62544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Vault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7328916" y="6547104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RBAC-authorized · private endpoint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cert synced via CSI driver identity</a:t>
            </a:r>
            <a:endParaRPr lang="en-US" sz="900" dirty="0"/>
          </a:p>
        </p:txBody>
      </p:sp>
      <p:sp>
        <p:nvSpPr>
          <p:cNvPr id="38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Cluster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Kubernetes objects, mapped to what they actually do here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48132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4555" y="1580083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35608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251960" y="1435608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demo-web — isolates the app's objects, RBAC, and network policy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993392"/>
            <a:ext cx="11064240" cy="576072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9" name="Shape 6"/>
          <p:cNvSpPr/>
          <p:nvPr/>
        </p:nvSpPr>
        <p:spPr>
          <a:xfrm>
            <a:off x="685800" y="20574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55" y="2156155"/>
            <a:ext cx="241402" cy="24140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2011680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251960" y="2011680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2-5 replicas, non-root, read-only rootfs, all capabilities dropped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85800" y="26334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" y="2732227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25880" y="2587752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251960" y="2587752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ClusterIP — what the Ingress and Gateway actually target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145536"/>
            <a:ext cx="11064240" cy="576072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18" name="Shape 13"/>
          <p:cNvSpPr/>
          <p:nvPr/>
        </p:nvSpPr>
        <p:spPr>
          <a:xfrm>
            <a:off x="685800" y="320954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" y="3308299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25880" y="3163824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 + AGIC</a:t>
            </a:r>
            <a:endParaRPr lang="en-US" sz="1250" dirty="0"/>
          </a:p>
        </p:txBody>
      </p:sp>
      <p:sp>
        <p:nvSpPr>
          <p:cNvPr id="21" name="Text 15"/>
          <p:cNvSpPr txBox="1"/>
          <p:nvPr/>
        </p:nvSpPr>
        <p:spPr>
          <a:xfrm>
            <a:off x="4251960" y="3163824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Declares routing intent; AGIC drives the real Application Gateway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685800" y="378561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" y="3884371"/>
            <a:ext cx="241402" cy="2414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25880" y="3739896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HorizontalPodAutoscaler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4251960" y="3739896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on CPU utilization (target 70%) with zero manual steps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548640" y="4297680"/>
            <a:ext cx="11064240" cy="576072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27" name="Shape 20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" y="4460443"/>
            <a:ext cx="241402" cy="2414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325880" y="4315968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NetworkPolicy (×3)</a:t>
            </a:r>
            <a:endParaRPr lang="en-US" sz="1250" dirty="0"/>
          </a:p>
        </p:txBody>
      </p:sp>
      <p:sp>
        <p:nvSpPr>
          <p:cNvPr id="30" name="Text 22"/>
          <p:cNvSpPr txBox="1"/>
          <p:nvPr/>
        </p:nvSpPr>
        <p:spPr>
          <a:xfrm>
            <a:off x="4251960" y="4315968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Default-deny; explicit allow only from the Gateway subnet + DNS</a:t>
            </a:r>
            <a:endParaRPr lang="en-US" sz="1150" dirty="0"/>
          </a:p>
        </p:txBody>
      </p:sp>
      <p:sp>
        <p:nvSpPr>
          <p:cNvPr id="31" name="Shape 23"/>
          <p:cNvSpPr/>
          <p:nvPr/>
        </p:nvSpPr>
        <p:spPr>
          <a:xfrm>
            <a:off x="685800" y="493776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555" y="5036515"/>
            <a:ext cx="241402" cy="24140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325880" y="4892040"/>
            <a:ext cx="283464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SecretProviderClass</a:t>
            </a:r>
            <a:endParaRPr lang="en-US" sz="1250" dirty="0"/>
          </a:p>
        </p:txBody>
      </p:sp>
      <p:sp>
        <p:nvSpPr>
          <p:cNvPr id="34" name="Text 25"/>
          <p:cNvSpPr txBox="1"/>
          <p:nvPr/>
        </p:nvSpPr>
        <p:spPr>
          <a:xfrm>
            <a:off x="4251960" y="4892040"/>
            <a:ext cx="731520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 the CSI driver to Key Vault — no cert material in Git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by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" y="15087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4" name="Shape 2"/>
          <p:cNvSpPr/>
          <p:nvPr/>
        </p:nvSpPr>
        <p:spPr>
          <a:xfrm>
            <a:off x="786384" y="173736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115" y="1871091"/>
            <a:ext cx="326898" cy="3268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" y="24231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API server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" y="28803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control-plane IP, anywhere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334256" y="15087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9" name="Shape 6"/>
          <p:cNvSpPr/>
          <p:nvPr/>
        </p:nvSpPr>
        <p:spPr>
          <a:xfrm>
            <a:off x="4562856" y="173736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587" y="1871091"/>
            <a:ext cx="326898" cy="32689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2856" y="24231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OIDC-only CI/CD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562856" y="28803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tokens — zero stored Azure secrets in GitHub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110728" y="150876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39328" y="173736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059" y="1871091"/>
            <a:ext cx="326898" cy="3268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39328" y="242316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RBAC + Entra ID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8339328" y="288036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access is group membership, not a static kubeconfig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57784" y="37490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19" name="Shape 14"/>
          <p:cNvSpPr/>
          <p:nvPr/>
        </p:nvSpPr>
        <p:spPr>
          <a:xfrm>
            <a:off x="786384" y="397764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15" y="4111371"/>
            <a:ext cx="326898" cy="32689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86384" y="4663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NetworkPolicy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86384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allow only from the Gateway; egress limited to DNS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334256" y="37490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24" name="Shape 18"/>
          <p:cNvSpPr/>
          <p:nvPr/>
        </p:nvSpPr>
        <p:spPr>
          <a:xfrm>
            <a:off x="4562856" y="397764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6587" y="4111371"/>
            <a:ext cx="326898" cy="32689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62856" y="4663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everywhere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4562856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rootfs, dropped capabilities, seccomp RuntimeDefault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8110728" y="374904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151B4A"/>
          </a:solidFill>
          <a:ln/>
        </p:spPr>
      </p:sp>
      <p:sp>
        <p:nvSpPr>
          <p:cNvPr id="29" name="Shape 22"/>
          <p:cNvSpPr/>
          <p:nvPr/>
        </p:nvSpPr>
        <p:spPr>
          <a:xfrm>
            <a:off x="8339328" y="3977640"/>
            <a:ext cx="594360" cy="594360"/>
          </a:xfrm>
          <a:prstGeom prst="ellipse">
            <a:avLst/>
          </a:prstGeom>
          <a:solidFill>
            <a:srgbClr val="27306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059" y="4111371"/>
            <a:ext cx="326898" cy="32689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39328" y="466344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embedded credentials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339328" y="512064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ACR, Key Vault, and Gateway access all via managed identity</a:t>
            </a:r>
            <a:endParaRPr lang="en-US" sz="1050" dirty="0"/>
          </a:p>
        </p:txBody>
      </p:sp>
      <p:sp>
        <p:nvSpPr>
          <p:cNvPr id="33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push to a running pod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120140" y="201168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5306" y="2196846"/>
            <a:ext cx="452628" cy="4526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68780" y="1938528"/>
            <a:ext cx="365760" cy="365760"/>
          </a:xfrm>
          <a:prstGeom prst="rect">
            <a:avLst>
              <a:gd name="adj" fmla="val 50000"/>
            </a:avLst>
          </a:prstGeom>
          <a:solidFill>
            <a:srgbClr val="00D9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718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33756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runs on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PR, shows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diff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69464" y="2423160"/>
            <a:ext cx="198882" cy="0"/>
          </a:xfrm>
          <a:prstGeom prst="line">
            <a:avLst/>
          </a:prstGeom>
          <a:noFill/>
          <a:ln w="25400">
            <a:solidFill>
              <a:srgbClr val="9AA7C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394710" y="201168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876" y="2196846"/>
            <a:ext cx="452628" cy="45262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943350" y="1938528"/>
            <a:ext cx="365760" cy="365760"/>
          </a:xfrm>
          <a:prstGeom prst="rect">
            <a:avLst>
              <a:gd name="adj" fmla="val 50000"/>
            </a:avLst>
          </a:prstGeom>
          <a:solidFill>
            <a:srgbClr val="00D9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23210" y="29718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Push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823210" y="333756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login, image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tagged with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SHA, pushed to ACR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844034" y="2423160"/>
            <a:ext cx="198882" cy="0"/>
          </a:xfrm>
          <a:prstGeom prst="line">
            <a:avLst/>
          </a:prstGeom>
          <a:noFill/>
          <a:ln w="25400">
            <a:solidFill>
              <a:srgbClr val="9AA7C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669280" y="201168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446" y="219684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17920" y="1938528"/>
            <a:ext cx="365760" cy="365760"/>
          </a:xfrm>
          <a:prstGeom prst="rect">
            <a:avLst>
              <a:gd name="adj" fmla="val 50000"/>
            </a:avLst>
          </a:prstGeom>
          <a:solidFill>
            <a:srgbClr val="00D9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097780" y="29718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Deploy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5097780" y="333756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auto-deploys;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 behind an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118604" y="2423160"/>
            <a:ext cx="198882" cy="0"/>
          </a:xfrm>
          <a:prstGeom prst="line">
            <a:avLst/>
          </a:prstGeom>
          <a:noFill/>
          <a:ln w="25400">
            <a:solidFill>
              <a:srgbClr val="9AA7CE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7943850" y="201168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2196846"/>
            <a:ext cx="452628" cy="45262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492490" y="1938528"/>
            <a:ext cx="365760" cy="365760"/>
          </a:xfrm>
          <a:prstGeom prst="rect">
            <a:avLst>
              <a:gd name="adj" fmla="val 50000"/>
            </a:avLst>
          </a:prstGeom>
          <a:solidFill>
            <a:srgbClr val="00D9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372350" y="29718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7372350" y="333756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az aks command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— the only path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private API server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9393174" y="2423160"/>
            <a:ext cx="198882" cy="0"/>
          </a:xfrm>
          <a:prstGeom prst="line">
            <a:avLst/>
          </a:prstGeom>
          <a:noFill/>
          <a:ln w="25400">
            <a:solidFill>
              <a:srgbClr val="9AA7CE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10218420" y="201168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3586" y="2196846"/>
            <a:ext cx="452628" cy="45262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767060" y="1938528"/>
            <a:ext cx="365760" cy="365760"/>
          </a:xfrm>
          <a:prstGeom prst="rect">
            <a:avLst>
              <a:gd name="adj" fmla="val 50000"/>
            </a:avLst>
          </a:prstGeom>
          <a:solidFill>
            <a:srgbClr val="00D9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2971800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AGIC reconciles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9646920" y="333756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listener +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pool updated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match the Ingress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548640" y="46634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4F7FE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868680" y="4828032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 GitHub-hosted runner has no network line-of-sight into the cluster at all. “command invoke” executes kubectl inside the cluster's own control plane — zero VPN, self-hosted runner, or Bastion host required.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35" name="Text 2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85216"/>
            <a:ext cx="384048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Incident, Not a Demo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960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Prod's app sat in ContainerCreating for 24+ hours, undetected — diagnosed and fixed live, five layers deep.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8191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vault name: “REPLACE_WITH_KEY_VAULT_NAME”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172200" y="1581912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Prod's overlay was missing a patch dev already had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3591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591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4086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ForbiddenByRbac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172200" y="2340864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identity lacked Key Vault Certificates Officer on that vault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11810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4864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099816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ForbiddenByConnection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3099816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is private by design — no VPN/Bastion path in, even for an authorized identity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8770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877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858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SecretNotFound (404)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3858768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TLS certificate simply didn't exist in prod's vault yet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636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00D9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46360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188720" y="4617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InvalidImageName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172200" y="4617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manual kustomize apply bypassed CI's image-substitution step mid-recovery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root-cause timeline: docs/webplat-architecture.md → “Incident: prod SecretProviderClass never patched”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Kubernetes, Explained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9611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terms, in plain language, in the context of this project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01368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deployable unit — one or more containers sharing network/storage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1508760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801368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VM that runs pods — here, an Azure VM Scale Set instance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95144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877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Declares “I want N copies running” and reconciles reality toward that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295144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ReplicaSet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587752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Deployment's mechanism — a new one on every pod-template change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0815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374136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network identity for pods, even as pod IPs come and go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081528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374136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declarative routing rule; needs a controller (AGIC) to act on it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67912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605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Pod Autoscaler — changes replica count based on live metrics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867912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driver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16052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plugin standard for mounting external storage/secrets into pods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5429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Identity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946904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Azure AD identity Azure manages the credential for — no key to leak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4654296"/>
            <a:ext cx="5349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cluster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946904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Kubernetes API server has no public IP at all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This Pattern Fits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6978" y="1789938"/>
            <a:ext cx="352044" cy="3520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45920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websites with an SLA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“the site is down” is a business incident, not an inconvenience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63640" y="137160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6459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978" y="1789938"/>
            <a:ext cx="352044" cy="3520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60920" y="1645920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line-of-business apps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251460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network isolation but still a public-facing front door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7947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78" y="421309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69080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engagement reference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377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answers a security-conscious procurement checklist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263640" y="37947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635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37960" y="4069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978" y="4213098"/>
            <a:ext cx="352044" cy="3520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60920" y="4069080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Multi-environment platforms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537960" y="49377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environment isolated at the network level, not just namespaced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40080" cy="64008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85216"/>
            <a:ext cx="384048" cy="3840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Just Claims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960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command output, captured live from both environments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0E1235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55064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896112" y="1655064"/>
            <a:ext cx="109728" cy="109728"/>
          </a:xfrm>
          <a:prstGeom prst="ellipse">
            <a:avLst/>
          </a:prstGeom>
          <a:solidFill>
            <a:srgbClr val="E8B71A"/>
          </a:solidFill>
          <a:ln/>
        </p:spPr>
      </p:sp>
      <p:sp>
        <p:nvSpPr>
          <p:cNvPr id="9" name="Shape 6"/>
          <p:cNvSpPr/>
          <p:nvPr/>
        </p:nvSpPr>
        <p:spPr>
          <a:xfrm>
            <a:off x="1078992" y="1655064"/>
            <a:ext cx="109728" cy="109728"/>
          </a:xfrm>
          <a:prstGeom prst="ellipse">
            <a:avLst/>
          </a:prstGeom>
          <a:solidFill>
            <a:srgbClr val="3DBE5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280160" y="157276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— prod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19202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Server: nginx/1.27.5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.../healthz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43400" y="150876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0E1235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07992" y="1655064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Shape 11"/>
          <p:cNvSpPr/>
          <p:nvPr/>
        </p:nvSpPr>
        <p:spPr>
          <a:xfrm>
            <a:off x="4690872" y="1655064"/>
            <a:ext cx="109728" cy="109728"/>
          </a:xfrm>
          <a:prstGeom prst="ellipse">
            <a:avLst/>
          </a:prstGeom>
          <a:solidFill>
            <a:srgbClr val="E8B71A"/>
          </a:solidFill>
          <a:ln/>
        </p:spPr>
      </p:sp>
      <p:sp>
        <p:nvSpPr>
          <p:cNvPr id="15" name="Shape 12"/>
          <p:cNvSpPr/>
          <p:nvPr/>
        </p:nvSpPr>
        <p:spPr>
          <a:xfrm>
            <a:off x="4873752" y="1655064"/>
            <a:ext cx="109728" cy="109728"/>
          </a:xfrm>
          <a:prstGeom prst="ellipse">
            <a:avLst/>
          </a:prstGeom>
          <a:solidFill>
            <a:srgbClr val="3DBE5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74920" y="157276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pods — prod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19202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demo-web-ccc969478-8cmfs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1/1  Running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demo-web-ccc969478-lmgm2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1/1  Running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38160" y="1508760"/>
            <a:ext cx="3502152" cy="1920240"/>
          </a:xfrm>
          <a:prstGeom prst="roundRect">
            <a:avLst>
              <a:gd name="adj" fmla="val 3810"/>
            </a:avLst>
          </a:prstGeom>
          <a:solidFill>
            <a:srgbClr val="0E1235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02752" y="1655064"/>
            <a:ext cx="109728" cy="10972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0" name="Shape 17"/>
          <p:cNvSpPr/>
          <p:nvPr/>
        </p:nvSpPr>
        <p:spPr>
          <a:xfrm>
            <a:off x="8485632" y="1655064"/>
            <a:ext cx="109728" cy="109728"/>
          </a:xfrm>
          <a:prstGeom prst="ellipse">
            <a:avLst/>
          </a:prstGeom>
          <a:solidFill>
            <a:srgbClr val="E8B71A"/>
          </a:solidFill>
          <a:ln/>
        </p:spPr>
      </p:sp>
      <p:sp>
        <p:nvSpPr>
          <p:cNvPr id="21" name="Shape 18"/>
          <p:cNvSpPr/>
          <p:nvPr/>
        </p:nvSpPr>
        <p:spPr>
          <a:xfrm>
            <a:off x="8668512" y="1655064"/>
            <a:ext cx="109728" cy="109728"/>
          </a:xfrm>
          <a:prstGeom prst="ellipse">
            <a:avLst/>
          </a:prstGeom>
          <a:solidFill>
            <a:srgbClr val="3DBE5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869680" y="1572768"/>
            <a:ext cx="2587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Gateway backend health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366760" y="192024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10.31.0.103   Healthy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10.31.0.136   Healthy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0D9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(both environments)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48640" y="3703320"/>
            <a:ext cx="11091672" cy="1600200"/>
          </a:xfrm>
          <a:prstGeom prst="roundRect">
            <a:avLst>
              <a:gd name="adj" fmla="val 5714"/>
            </a:avLst>
          </a:prstGeom>
          <a:solidFill>
            <a:srgbClr val="151B4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868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pieces of evidence in the repo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425196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groups · node pool health · private DNS zone · kubectl get nodes · pods running · backend health · end-to-end curl · cluster overview · Defender inventory — across both dev and prod, screenshots and raw command output alike.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Kubernetes on Azure — Portfolio Showcase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640080"/>
            <a:ext cx="914400" cy="914400"/>
          </a:xfrm>
          <a:prstGeom prst="ellipse">
            <a:avLst/>
          </a:prstGeom>
          <a:solidFill>
            <a:srgbClr val="151B4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8458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82880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Talk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2802636" y="278892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AKS + Azure networking design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Zero-secret CI/CD with OIDC federation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production incident diagnosis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Code (Bicep) at scale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265676" y="4709160"/>
            <a:ext cx="3657600" cy="0"/>
          </a:xfrm>
          <a:prstGeom prst="line">
            <a:avLst/>
          </a:prstGeom>
          <a:noFill/>
          <a:ln w="12700">
            <a:solidFill>
              <a:srgbClr val="3B459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89204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Sufyan Deen-Gabisi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525780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D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github.com/sufideen/az-ent-sec-dashboard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62356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technical write-up, evidence, and runbook in the repository's docs/ folder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2026-09-18T16:17:30Z</dcterms:created>
  <dcterms:modified xsi:type="dcterms:W3CDTF">2026-09-18T16:17:30Z</dcterms:modified>
</cp:coreProperties>
</file>